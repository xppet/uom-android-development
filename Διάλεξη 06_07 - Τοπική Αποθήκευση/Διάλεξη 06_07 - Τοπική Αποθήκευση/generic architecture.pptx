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19" autoAdjust="0"/>
    <p:restoredTop sz="94660"/>
  </p:normalViewPr>
  <p:slideViewPr>
    <p:cSldViewPr>
      <p:cViewPr varScale="1">
        <p:scale>
          <a:sx n="107" d="100"/>
          <a:sy n="107" d="100"/>
        </p:scale>
        <p:origin x="-63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l-GR" smtClean="0"/>
              <a:t>Kλικ για επεξεργασία του τίτλου</a:t>
            </a:r>
            <a:endParaRPr lang="el-GR"/>
          </a:p>
        </p:txBody>
      </p:sp>
      <p:sp>
        <p:nvSpPr>
          <p:cNvPr id="3" name="2 - Υπότιτλος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l-GR" smtClean="0"/>
              <a:t>Κάντε κλικ για να επεξεργαστείτε τον υπότιτλο του υποδείγματος</a:t>
            </a:r>
            <a:endParaRPr lang="el-GR"/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FB315-E711-47C5-AE3B-596F4BA5DFD2}" type="datetimeFigureOut">
              <a:rPr lang="el-GR" smtClean="0"/>
              <a:t>22/4/2024</a:t>
            </a:fld>
            <a:endParaRPr lang="el-GR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AA6DD-4EE2-4B10-8E91-3B23306433E9}" type="slidenum">
              <a:rPr lang="el-GR" smtClean="0"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Αντι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Kλικ για επεξεργασία του τίτλου</a:t>
            </a:r>
            <a:endParaRPr lang="el-GR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 smtClean="0"/>
              <a:t>Kλικ για επεξεργασία των στυλ του υποδείγματος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FB315-E711-47C5-AE3B-596F4BA5DFD2}" type="datetimeFigureOut">
              <a:rPr lang="el-GR" smtClean="0"/>
              <a:t>22/4/2024</a:t>
            </a:fld>
            <a:endParaRPr lang="el-GR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AA6DD-4EE2-4B10-8E91-3B23306433E9}" type="slidenum">
              <a:rPr lang="el-GR" smtClean="0"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l-GR" smtClean="0"/>
              <a:t>Kλικ για επεξεργασία του τίτλου</a:t>
            </a:r>
            <a:endParaRPr lang="el-GR"/>
          </a:p>
        </p:txBody>
      </p:sp>
      <p:sp>
        <p:nvSpPr>
          <p:cNvPr id="3" name="2 - Θέση κειμένου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 smtClean="0"/>
              <a:t>Kλικ για επεξεργασία των στυλ του υποδείγματος</a:t>
            </a:r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FB315-E711-47C5-AE3B-596F4BA5DFD2}" type="datetimeFigureOut">
              <a:rPr lang="el-GR" smtClean="0"/>
              <a:t>22/4/2024</a:t>
            </a:fld>
            <a:endParaRPr lang="el-GR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AA6DD-4EE2-4B10-8E91-3B23306433E9}" type="slidenum">
              <a:rPr lang="el-GR" smtClean="0"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Kλικ για επεξεργασία του τίτλου</a:t>
            </a:r>
            <a:endParaRPr lang="el-GR"/>
          </a:p>
        </p:txBody>
      </p:sp>
      <p:sp>
        <p:nvSpPr>
          <p:cNvPr id="3" name="2 - Θέση περιεχομένου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l-GR" smtClean="0"/>
              <a:t>Kλικ για επεξεργασία των στυλ του υποδείγματος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3 - Θέση περιεχομένου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l-GR" smtClean="0"/>
              <a:t>Kλικ για επεξεργασία των στυλ του υποδείγματος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5" name="4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FB315-E711-47C5-AE3B-596F4BA5DFD2}" type="datetimeFigureOut">
              <a:rPr lang="el-GR" smtClean="0"/>
              <a:t>22/4/2024</a:t>
            </a:fld>
            <a:endParaRPr lang="el-GR"/>
          </a:p>
        </p:txBody>
      </p:sp>
      <p:sp>
        <p:nvSpPr>
          <p:cNvPr id="6" name="5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6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AA6DD-4EE2-4B10-8E91-3B23306433E9}" type="slidenum">
              <a:rPr lang="el-GR" smtClean="0"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l-GR" smtClean="0"/>
              <a:t>Kλικ για επεξεργασία του τίτλου</a:t>
            </a:r>
            <a:endParaRPr lang="el-GR"/>
          </a:p>
        </p:txBody>
      </p:sp>
      <p:sp>
        <p:nvSpPr>
          <p:cNvPr id="3" name="2 - Θέση κειμένου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 smtClean="0"/>
              <a:t>Kλικ για επεξεργασία των στυλ του υποδείγματος</a:t>
            </a:r>
          </a:p>
        </p:txBody>
      </p:sp>
      <p:sp>
        <p:nvSpPr>
          <p:cNvPr id="4" name="3 - Θέση περιεχομένου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l-GR" smtClean="0"/>
              <a:t>Kλικ για επεξεργασία των στυλ του υποδείγματος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5" name="4 - Θέση κειμένου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 smtClean="0"/>
              <a:t>Kλικ για επεξεργασία των στυλ του υποδείγματος</a:t>
            </a:r>
          </a:p>
        </p:txBody>
      </p:sp>
      <p:sp>
        <p:nvSpPr>
          <p:cNvPr id="6" name="5 - Θέση περιεχομένου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l-GR" smtClean="0"/>
              <a:t>Kλικ για επεξεργασία των στυλ του υποδείγματος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7" name="6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FB315-E711-47C5-AE3B-596F4BA5DFD2}" type="datetimeFigureOut">
              <a:rPr lang="el-GR" smtClean="0"/>
              <a:t>22/4/2024</a:t>
            </a:fld>
            <a:endParaRPr lang="el-GR"/>
          </a:p>
        </p:txBody>
      </p:sp>
      <p:sp>
        <p:nvSpPr>
          <p:cNvPr id="8" name="7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8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AA6DD-4EE2-4B10-8E91-3B23306433E9}" type="slidenum">
              <a:rPr lang="el-GR" smtClean="0"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Kλικ για επεξεργασία του τίτλου</a:t>
            </a:r>
            <a:endParaRPr lang="el-GR"/>
          </a:p>
        </p:txBody>
      </p:sp>
      <p:sp>
        <p:nvSpPr>
          <p:cNvPr id="3" name="2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FB315-E711-47C5-AE3B-596F4BA5DFD2}" type="datetimeFigureOut">
              <a:rPr lang="el-GR" smtClean="0"/>
              <a:t>22/4/2024</a:t>
            </a:fld>
            <a:endParaRPr lang="el-GR"/>
          </a:p>
        </p:txBody>
      </p:sp>
      <p:sp>
        <p:nvSpPr>
          <p:cNvPr id="4" name="3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4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AA6DD-4EE2-4B10-8E91-3B23306433E9}" type="slidenum">
              <a:rPr lang="el-GR" smtClean="0"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FB315-E711-47C5-AE3B-596F4BA5DFD2}" type="datetimeFigureOut">
              <a:rPr lang="el-GR" smtClean="0"/>
              <a:t>22/4/2024</a:t>
            </a:fld>
            <a:endParaRPr lang="el-GR"/>
          </a:p>
        </p:txBody>
      </p:sp>
      <p:sp>
        <p:nvSpPr>
          <p:cNvPr id="3" name="2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3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AA6DD-4EE2-4B10-8E91-3B23306433E9}" type="slidenum">
              <a:rPr lang="el-GR" smtClean="0"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l-GR" smtClean="0"/>
              <a:t>Kλικ για επεξεργασία του τίτλου</a:t>
            </a:r>
            <a:endParaRPr lang="el-GR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 smtClean="0"/>
              <a:t>Kλικ για επεξεργασία των στυλ του υποδείγματος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3 - Θέση κειμένου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 smtClean="0"/>
              <a:t>Kλικ για επεξεργασία των στυλ του υποδείγματος</a:t>
            </a:r>
          </a:p>
        </p:txBody>
      </p:sp>
      <p:sp>
        <p:nvSpPr>
          <p:cNvPr id="5" name="4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FB315-E711-47C5-AE3B-596F4BA5DFD2}" type="datetimeFigureOut">
              <a:rPr lang="el-GR" smtClean="0"/>
              <a:t>22/4/2024</a:t>
            </a:fld>
            <a:endParaRPr lang="el-GR"/>
          </a:p>
        </p:txBody>
      </p:sp>
      <p:sp>
        <p:nvSpPr>
          <p:cNvPr id="6" name="5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6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AA6DD-4EE2-4B10-8E91-3B23306433E9}" type="slidenum">
              <a:rPr lang="el-GR" smtClean="0"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l-GR" smtClean="0"/>
              <a:t>Kλικ για επεξεργασία του τίτλου</a:t>
            </a:r>
            <a:endParaRPr lang="el-GR"/>
          </a:p>
        </p:txBody>
      </p:sp>
      <p:sp>
        <p:nvSpPr>
          <p:cNvPr id="3" name="2 - Θέση εικόνας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3 - Θέση κειμένου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 smtClean="0"/>
              <a:t>Kλικ για επεξεργασία των στυλ του υποδείγματος</a:t>
            </a:r>
          </a:p>
        </p:txBody>
      </p:sp>
      <p:sp>
        <p:nvSpPr>
          <p:cNvPr id="5" name="4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FB315-E711-47C5-AE3B-596F4BA5DFD2}" type="datetimeFigureOut">
              <a:rPr lang="el-GR" smtClean="0"/>
              <a:t>22/4/2024</a:t>
            </a:fld>
            <a:endParaRPr lang="el-GR"/>
          </a:p>
        </p:txBody>
      </p:sp>
      <p:sp>
        <p:nvSpPr>
          <p:cNvPr id="6" name="5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6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AA6DD-4EE2-4B10-8E91-3B23306433E9}" type="slidenum">
              <a:rPr lang="el-GR" smtClean="0"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Kλικ για επεξεργασία του τίτλου</a:t>
            </a:r>
            <a:endParaRPr lang="el-GR"/>
          </a:p>
        </p:txBody>
      </p:sp>
      <p:sp>
        <p:nvSpPr>
          <p:cNvPr id="3" name="2 - Θέση κατακόρυφου κειμένου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 smtClean="0"/>
              <a:t>Kλικ για επεξεργασία των στυλ του υποδείγματος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FB315-E711-47C5-AE3B-596F4BA5DFD2}" type="datetimeFigureOut">
              <a:rPr lang="el-GR" smtClean="0"/>
              <a:t>22/4/2024</a:t>
            </a:fld>
            <a:endParaRPr lang="el-GR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AA6DD-4EE2-4B10-8E91-3B23306433E9}" type="slidenum">
              <a:rPr lang="el-GR" smtClean="0"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Κατακόρυφος τίτλος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l-GR" smtClean="0"/>
              <a:t>Kλικ για επεξεργασία του τίτλου</a:t>
            </a:r>
            <a:endParaRPr lang="el-GR"/>
          </a:p>
        </p:txBody>
      </p:sp>
      <p:sp>
        <p:nvSpPr>
          <p:cNvPr id="3" name="2 - Θέση κατακόρυφου κειμένου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l-GR" smtClean="0"/>
              <a:t>Kλικ για επεξεργασία των στυλ του υποδείγματος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FB315-E711-47C5-AE3B-596F4BA5DFD2}" type="datetimeFigureOut">
              <a:rPr lang="el-GR" smtClean="0"/>
              <a:t>22/4/2024</a:t>
            </a:fld>
            <a:endParaRPr lang="el-GR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AA6DD-4EE2-4B10-8E91-3B23306433E9}" type="slidenum">
              <a:rPr lang="el-GR" smtClean="0"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Θέση τίτλου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 smtClean="0"/>
              <a:t>Kλικ για επεξεργασία του τίτλου</a:t>
            </a:r>
            <a:endParaRPr lang="el-GR"/>
          </a:p>
        </p:txBody>
      </p:sp>
      <p:sp>
        <p:nvSpPr>
          <p:cNvPr id="3" name="2 - Θέση κειμένου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 smtClean="0"/>
              <a:t>Kλικ για επεξεργασία των στυλ του υποδείγματος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4FB315-E711-47C5-AE3B-596F4BA5DFD2}" type="datetimeFigureOut">
              <a:rPr lang="el-GR" smtClean="0"/>
              <a:t>22/4/2024</a:t>
            </a:fld>
            <a:endParaRPr lang="el-GR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4AA6DD-4EE2-4B10-8E91-3B23306433E9}" type="slidenum">
              <a:rPr lang="el-GR" smtClean="0"/>
              <a:t>‹#›</a:t>
            </a:fld>
            <a:endParaRPr lang="el-G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- Ορθογώνιο"/>
          <p:cNvSpPr/>
          <p:nvPr/>
        </p:nvSpPr>
        <p:spPr>
          <a:xfrm>
            <a:off x="2699792" y="3861048"/>
            <a:ext cx="864096" cy="17281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sz="2000"/>
          </a:p>
        </p:txBody>
      </p:sp>
      <p:sp>
        <p:nvSpPr>
          <p:cNvPr id="5" name="4 - TextBox"/>
          <p:cNvSpPr txBox="1"/>
          <p:nvPr/>
        </p:nvSpPr>
        <p:spPr>
          <a:xfrm>
            <a:off x="2699792" y="5661248"/>
            <a:ext cx="846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Mobile</a:t>
            </a:r>
            <a:endParaRPr lang="el-GR" dirty="0"/>
          </a:p>
        </p:txBody>
      </p:sp>
      <p:sp>
        <p:nvSpPr>
          <p:cNvPr id="6" name="5 - Ορθογώνιο"/>
          <p:cNvSpPr/>
          <p:nvPr/>
        </p:nvSpPr>
        <p:spPr>
          <a:xfrm>
            <a:off x="5436096" y="692696"/>
            <a:ext cx="864096" cy="17281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 sz="2000"/>
          </a:p>
        </p:txBody>
      </p:sp>
      <p:sp>
        <p:nvSpPr>
          <p:cNvPr id="7" name="6 - TextBox"/>
          <p:cNvSpPr txBox="1"/>
          <p:nvPr/>
        </p:nvSpPr>
        <p:spPr>
          <a:xfrm>
            <a:off x="5436096" y="2564904"/>
            <a:ext cx="78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Server</a:t>
            </a:r>
            <a:endParaRPr lang="el-GR" dirty="0"/>
          </a:p>
        </p:txBody>
      </p:sp>
      <p:sp>
        <p:nvSpPr>
          <p:cNvPr id="8" name="7 - Κύλινδρος"/>
          <p:cNvSpPr/>
          <p:nvPr/>
        </p:nvSpPr>
        <p:spPr>
          <a:xfrm>
            <a:off x="7308304" y="980728"/>
            <a:ext cx="576064" cy="864096"/>
          </a:xfrm>
          <a:prstGeom prst="can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9" name="8 - TextBox"/>
          <p:cNvSpPr txBox="1"/>
          <p:nvPr/>
        </p:nvSpPr>
        <p:spPr>
          <a:xfrm>
            <a:off x="7164288" y="1916832"/>
            <a:ext cx="917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Remote</a:t>
            </a:r>
          </a:p>
          <a:p>
            <a:pPr algn="ctr"/>
            <a:r>
              <a:rPr lang="en-US" dirty="0" smtClean="0"/>
              <a:t>Storage</a:t>
            </a:r>
            <a:endParaRPr lang="el-GR" dirty="0"/>
          </a:p>
        </p:txBody>
      </p:sp>
      <p:sp>
        <p:nvSpPr>
          <p:cNvPr id="10" name="9 - Κύλινδρος"/>
          <p:cNvSpPr/>
          <p:nvPr/>
        </p:nvSpPr>
        <p:spPr>
          <a:xfrm>
            <a:off x="1115616" y="4149080"/>
            <a:ext cx="576064" cy="864096"/>
          </a:xfrm>
          <a:prstGeom prst="can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1" name="10 - TextBox"/>
          <p:cNvSpPr txBox="1"/>
          <p:nvPr/>
        </p:nvSpPr>
        <p:spPr>
          <a:xfrm>
            <a:off x="971600" y="5085184"/>
            <a:ext cx="8955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Local</a:t>
            </a:r>
          </a:p>
          <a:p>
            <a:pPr algn="ctr"/>
            <a:r>
              <a:rPr lang="en-US" dirty="0" smtClean="0"/>
              <a:t>Storage</a:t>
            </a:r>
            <a:endParaRPr lang="el-GR" dirty="0"/>
          </a:p>
        </p:txBody>
      </p:sp>
      <p:cxnSp>
        <p:nvCxnSpPr>
          <p:cNvPr id="13" name="12 - Ευθύγραμμο βέλος σύνδεσης"/>
          <p:cNvCxnSpPr/>
          <p:nvPr/>
        </p:nvCxnSpPr>
        <p:spPr>
          <a:xfrm>
            <a:off x="6444208" y="1196752"/>
            <a:ext cx="7200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- Ευθύγραμμο βέλος σύνδεσης"/>
          <p:cNvCxnSpPr/>
          <p:nvPr/>
        </p:nvCxnSpPr>
        <p:spPr>
          <a:xfrm flipH="1">
            <a:off x="6444208" y="1628800"/>
            <a:ext cx="7200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15 - Ορθογώνιο"/>
          <p:cNvSpPr/>
          <p:nvPr/>
        </p:nvSpPr>
        <p:spPr>
          <a:xfrm>
            <a:off x="5292080" y="908720"/>
            <a:ext cx="216024" cy="1368152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17" name="16 - TextBox"/>
          <p:cNvSpPr txBox="1"/>
          <p:nvPr/>
        </p:nvSpPr>
        <p:spPr>
          <a:xfrm>
            <a:off x="5076056" y="260648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API</a:t>
            </a:r>
            <a:endParaRPr lang="el-GR" dirty="0"/>
          </a:p>
        </p:txBody>
      </p:sp>
      <p:cxnSp>
        <p:nvCxnSpPr>
          <p:cNvPr id="19" name="18 - Ευθύγραμμο βέλος σύνδεσης"/>
          <p:cNvCxnSpPr/>
          <p:nvPr/>
        </p:nvCxnSpPr>
        <p:spPr>
          <a:xfrm flipV="1">
            <a:off x="3059832" y="1628800"/>
            <a:ext cx="2160240" cy="20162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- Ευθύγραμμο βέλος σύνδεσης"/>
          <p:cNvCxnSpPr/>
          <p:nvPr/>
        </p:nvCxnSpPr>
        <p:spPr>
          <a:xfrm flipH="1">
            <a:off x="3275856" y="2060848"/>
            <a:ext cx="1944216" cy="17281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21 - Ορθογώνιο"/>
          <p:cNvSpPr/>
          <p:nvPr/>
        </p:nvSpPr>
        <p:spPr>
          <a:xfrm>
            <a:off x="3707904" y="2060848"/>
            <a:ext cx="432048" cy="50405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23" name="22 - TextBox"/>
          <p:cNvSpPr txBox="1"/>
          <p:nvPr/>
        </p:nvSpPr>
        <p:spPr>
          <a:xfrm>
            <a:off x="2123728" y="1556792"/>
            <a:ext cx="2429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Exchange Format: </a:t>
            </a:r>
          </a:p>
          <a:p>
            <a:r>
              <a:rPr lang="en-US" dirty="0" err="1" smtClean="0"/>
              <a:t>json</a:t>
            </a:r>
            <a:r>
              <a:rPr lang="en-US" dirty="0" smtClean="0"/>
              <a:t>, text, xml</a:t>
            </a:r>
            <a:endParaRPr lang="el-GR" dirty="0"/>
          </a:p>
        </p:txBody>
      </p:sp>
      <p:cxnSp>
        <p:nvCxnSpPr>
          <p:cNvPr id="24" name="23 - Ευθύγραμμο βέλος σύνδεσης"/>
          <p:cNvCxnSpPr/>
          <p:nvPr/>
        </p:nvCxnSpPr>
        <p:spPr>
          <a:xfrm>
            <a:off x="1907704" y="4437112"/>
            <a:ext cx="7200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24 - Ευθύγραμμο βέλος σύνδεσης"/>
          <p:cNvCxnSpPr/>
          <p:nvPr/>
        </p:nvCxnSpPr>
        <p:spPr>
          <a:xfrm flipH="1">
            <a:off x="1907704" y="4869160"/>
            <a:ext cx="7200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15</Words>
  <Application>Microsoft Office PowerPoint</Application>
  <PresentationFormat>Προβολή στην οθόνη (4:3)</PresentationFormat>
  <Paragraphs>9</Paragraphs>
  <Slides>1</Slides>
  <Notes>0</Notes>
  <HiddenSlides>0</HiddenSlides>
  <MMClips>0</MMClips>
  <ScaleCrop>false</ScaleCrop>
  <HeadingPairs>
    <vt:vector size="4" baseType="variant"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</vt:i4>
      </vt:variant>
    </vt:vector>
  </HeadingPairs>
  <TitlesOfParts>
    <vt:vector size="2" baseType="lpstr">
      <vt:lpstr>Θέμα του Office</vt:lpstr>
      <vt:lpstr>Διαφάνεια 1</vt:lpstr>
    </vt:vector>
  </TitlesOfParts>
  <Company>Hewlett-Packard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Διαφάνεια 1</dc:title>
  <dc:creator>student</dc:creator>
  <cp:lastModifiedBy>student</cp:lastModifiedBy>
  <cp:revision>2</cp:revision>
  <dcterms:created xsi:type="dcterms:W3CDTF">2024-04-22T05:20:28Z</dcterms:created>
  <dcterms:modified xsi:type="dcterms:W3CDTF">2024-04-22T05:34:08Z</dcterms:modified>
</cp:coreProperties>
</file>